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MNIST Neural Networks and Adversarial Attacks</a:t>
            </a:r>
          </a:p>
          <a:p>
            <a:r>
              <a:t>Based on ai-hw-spring-2026-nn and ai-hw-spring-2026-aa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1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Goal: Recognize handwritten digits using MNIST.</a:t>
            </a:r>
          </a:p>
          <a:p>
            <a:r>
              <a:t>Dataset: 60,000 training images, 10,000 testing images.</a:t>
            </a:r>
          </a:p>
          <a:p>
            <a:r>
              <a:t>Images are 28x28 grayscale digits from 0-9.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MNIST?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MNIST is a benchmark dataset for image recognition.</a:t>
            </a:r>
          </a:p>
          <a:p>
            <a:r>
              <a:t>Each image contains a handwritten digit.</a:t>
            </a:r>
          </a:p>
          <a:p>
            <a:r>
              <a:t>The task is to predict the correct digit class.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MLP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Multi-Layer Perceptron (MLP)</a:t>
            </a:r>
          </a:p>
          <a:p>
            <a:r>
              <a:t>• Fully connected neural network</a:t>
            </a:r>
          </a:p>
          <a:p>
            <a:r>
              <a:t>• Fast and simple baseline</a:t>
            </a:r>
          </a:p>
          <a:p>
            <a:r>
              <a:t>• Flattens images into vectors</a:t>
            </a:r>
          </a:p>
          <a:p>
            <a:r>
              <a:t>Limitation: Does not understand image structure well.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CNN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Convolutional Neural Network (CNN)</a:t>
            </a:r>
          </a:p>
          <a:p>
            <a:r>
              <a:t>• Uses convolution layers to detect edges and shapes</a:t>
            </a:r>
          </a:p>
          <a:p>
            <a:r>
              <a:t>• Uses pooling to reduce dimensions</a:t>
            </a:r>
          </a:p>
          <a:p>
            <a:r>
              <a:t>• Designed specifically for image data</a:t>
            </a:r>
          </a:p>
          <a:p>
            <a:r>
              <a:t>Usually achieves the highest accuracy on MNIST.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Transformer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Transformer Encoder</a:t>
            </a:r>
          </a:p>
          <a:p>
            <a:r>
              <a:t>• Uses attention mechanisms</a:t>
            </a:r>
          </a:p>
          <a:p>
            <a:r>
              <a:t>• Can compare information across the entire image</a:t>
            </a:r>
          </a:p>
          <a:p>
            <a:r>
              <a:t>• Modern architecture used in many AI systems</a:t>
            </a:r>
          </a:p>
          <a:p>
            <a:r>
              <a:t>Strong performance but often more complex than CNN.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1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Explain your actual README results here.</a:t>
            </a:r>
          </a:p>
          <a:p>
            <a:r>
              <a:t>Compare MLP, CNN, and Transformer accuracy.</a:t>
            </a:r>
          </a:p>
          <a:p>
            <a:r>
              <a:t>Key lesson: Different architectures produce different performance.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1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CNN performed best for image recognition.</a:t>
            </a:r>
          </a:p>
          <a:p>
            <a:r>
              <a:t>• Architecture matters.</a:t>
            </a:r>
          </a:p>
          <a:p>
            <a:r>
              <a:t>• Accuracy depends on how the model processes data.</a:t>
            </a:r>
          </a:p>
          <a:p>
            <a:r>
              <a:t>• High accuracy is important, but not the whole story.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2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Goal: Test model robustness.</a:t>
            </a:r>
          </a:p>
          <a:p>
            <a:r>
              <a:t>Question: Can we intentionally fool a neural network?</a:t>
            </a:r>
          </a:p>
          <a:p>
            <a:r>
              <a:t>Metrics:</a:t>
            </a:r>
          </a:p>
          <a:p>
            <a:r>
              <a:t>• Recognition Rate</a:t>
            </a:r>
          </a:p>
          <a:p>
            <a:r>
              <a:t>• Attack Success Rate (ASR)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an Adversarial Attack?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 adversarial attack adds tiny, carefully designed changes to data that humans may not notice but can cause AI to make wrong predictions.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FGSM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Fast Gradient Sign Method</a:t>
            </a:r>
          </a:p>
          <a:p>
            <a:r>
              <a:t>• One-step attack</a:t>
            </a:r>
          </a:p>
          <a:p>
            <a:r>
              <a:t>• Uses gradient information</a:t>
            </a:r>
          </a:p>
          <a:p>
            <a:r>
              <a:t>• Fast and simple</a:t>
            </a:r>
          </a:p>
          <a:p>
            <a:r>
              <a:t>Goal: Increase prediction error with minimal changes.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PGD / I-FGSM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Multiple attack iterations</a:t>
            </a:r>
          </a:p>
          <a:p>
            <a:r>
              <a:t>• Stronger than FGSM</a:t>
            </a:r>
          </a:p>
          <a:p>
            <a:r>
              <a:t>• Gradually pushes image toward misclassification</a:t>
            </a:r>
          </a:p>
          <a:p>
            <a:r>
              <a:t>Usually achieves higher attack success rates.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Momentum I-FGSM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• Uses momentum from previous gradients</a:t>
            </a:r>
          </a:p>
          <a:p>
            <a:r>
              <a:t>• Helps find stronger attack directions</a:t>
            </a:r>
          </a:p>
          <a:p>
            <a:r>
              <a:t>• Often one of the most effective attacks tested.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Attack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Insert your README results here.</a:t>
            </a:r>
          </a:p>
          <a:p>
            <a:r>
              <a:t>Compare FGSM, PGD/I-FGSM, and MI-FGSM.</a:t>
            </a:r>
          </a:p>
          <a:p>
            <a:r>
              <a:t>Discuss Recognition Rate and Attack Success Rate.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is ASR?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Attack Success Rate (ASR)</a:t>
            </a:r>
          </a:p>
          <a:p>
            <a:r>
              <a:t>Measures how often an attack successfully fools the model.</a:t>
            </a:r>
          </a:p>
          <a:p>
            <a:r>
              <a:t>Higher ASR means a more effective attack.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Lesson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Accuracy ≠ Robustness</a:t>
            </a:r>
          </a:p>
          <a:p>
            <a:r>
              <a:t>A model can achieve very high accuracy on normal images and still be vulnerable to adversarial attacks.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Project 1 showed how neural networks recognize images.</a:t>
            </a:r>
          </a:p>
          <a:p>
            <a:r>
              <a:t>Project 2 showed how those same models can be fooled.</a:t>
            </a:r>
          </a:p>
          <a:p>
            <a:r>
              <a:t>Building accurate AI is important, but building robust AI is equally important.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